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-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886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</a:t>
            </a:r>
            <a:r>
              <a:rPr lang="en-US" sz="850" b="1" dirty="0" smtClean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</a:t>
            </a:r>
            <a:r>
              <a:rPr lang="en-US" sz="850" b="1" baseline="0" dirty="0" smtClean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– FAJRIN EFANTRI</a:t>
            </a:r>
            <a:r>
              <a:rPr lang="en-US" sz="850" b="1" dirty="0" smtClean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n8n + AI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914400"/>
            <a:ext cx="3749040" cy="3749040"/>
          </a:xfrm>
          <a:prstGeom prst="ellipse">
            <a:avLst/>
          </a:prstGeom>
          <a:solidFill>
            <a:srgbClr val="4F46E5">
              <a:alpha val="27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389120"/>
            <a:ext cx="2286000" cy="22860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21792"/>
            <a:ext cx="3177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40" dirty="0">
                <a:solidFill>
                  <a:srgbClr val="BFC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</a:t>
            </a:r>
            <a:r>
              <a:rPr lang="en-US" sz="1200" b="1" kern="0" spc="140" dirty="0" smtClean="0">
                <a:solidFill>
                  <a:srgbClr val="BFC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– FAJRIN EFANTRI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5806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Automasi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Pembuatan Konten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dengan n8n &amp; 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154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Content Planner untuk brand “Kopi Ah”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803904"/>
            <a:ext cx="35661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813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  →  Gemini  →  Google Sheets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4315968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4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 jalur input, satu output terstruktur: konten siap dicatat dan dilaporkan.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078992"/>
            <a:ext cx="5074920" cy="2788920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  <a:effectLst>
            <a:outerShdw blurRad="38100" dist="50800" dir="27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1" name="Image 0" descr="/mnt/data/image(20261001-14252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234440"/>
            <a:ext cx="4736592" cy="206046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693408" y="3511296"/>
            <a:ext cx="45720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35753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n8n — content generation &amp; reporting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58155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Kopi Ah</a:t>
            </a:r>
            <a:endParaRPr lang="en-US" sz="10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417" y="1210608"/>
            <a:ext cx="4941985" cy="21498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•  BACKGROUND MASALAH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Kenapa proses ini layak di-automisasi?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menangani aktivitas berulang: membuat ide, menyusun copy, memetakan data, menyimpan hasil, lalu memberi laporan.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2971800" cy="4370832"/>
          </a:xfrm>
          <a:prstGeom prst="roundRect">
            <a:avLst>
              <a:gd name="adj" fmla="val 4923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56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FC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inti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224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Bukan sulitnya membuat konten.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 memakan waktu adalah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mengulang proses yang sama.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proses diulang untuk brief manual maupun konten terjadwal.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9536" y="4910328"/>
            <a:ext cx="475488" cy="4754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995916"/>
            <a:ext cx="475488" cy="30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4910328"/>
            <a:ext cx="475488" cy="47548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4995916"/>
            <a:ext cx="475488" cy="30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12848" y="4910328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12848" y="4995916"/>
            <a:ext cx="475488" cy="30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35024" y="5148072"/>
            <a:ext cx="192024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011680" y="5148072"/>
            <a:ext cx="192024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86384" y="5449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44752" y="54498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39696" y="54498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94760" y="1700784"/>
            <a:ext cx="3493008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1883664"/>
            <a:ext cx="457200" cy="4572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19659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0" y="1901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 &amp; angle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023360" y="2450592"/>
            <a:ext cx="2999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perlu dikembangkan menjadi rencana konten yang konsisten.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023360" y="3291840"/>
            <a:ext cx="297180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3649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berulang &amp; terstruktur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7589520" y="1700784"/>
            <a:ext cx="3493008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1883664"/>
            <a:ext cx="457200" cy="45720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19659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66760" y="1901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terstruktur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818120" y="2450592"/>
            <a:ext cx="2999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harus mengisi 6 field konten dalam format JSON.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18120" y="3291840"/>
            <a:ext cx="297180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33649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berulang &amp; terstruktur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3794760" y="3877056"/>
            <a:ext cx="3493008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77640" y="4059936"/>
            <a:ext cx="457200" cy="457200"/>
          </a:xfrm>
          <a:prstGeom prst="ellipse">
            <a:avLst/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41422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0" y="4078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&amp; mapping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4023360" y="4626864"/>
            <a:ext cx="2999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hasil AI dipetakan lagi sebelum masuk ke Google Sheets.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023360" y="5468112"/>
            <a:ext cx="297180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55412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berulang &amp; terstruktur</a:t>
            </a:r>
            <a:endParaRPr lang="en-US" sz="890" dirty="0"/>
          </a:p>
        </p:txBody>
      </p:sp>
      <p:sp>
        <p:nvSpPr>
          <p:cNvPr id="41" name="Shape 39"/>
          <p:cNvSpPr/>
          <p:nvPr/>
        </p:nvSpPr>
        <p:spPr>
          <a:xfrm>
            <a:off x="7589520" y="3877056"/>
            <a:ext cx="3493008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4059936"/>
            <a:ext cx="457200" cy="457200"/>
          </a:xfrm>
          <a:prstGeom prst="ellipse">
            <a:avLst/>
          </a:prstGeom>
          <a:solidFill>
            <a:srgbClr val="FFFAEB"/>
          </a:solidFill>
          <a:ln w="12700">
            <a:solidFill>
              <a:srgbClr val="FFFA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41422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366760" y="4078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7818120" y="4626864"/>
            <a:ext cx="2999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Setelah data tersimpan, user tetap perlu mendapat laporan.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818120" y="5468112"/>
            <a:ext cx="297180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18120" y="55412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berulang &amp; terstruktur</a:t>
            </a:r>
            <a:endParaRPr lang="en-US" sz="890" dirty="0"/>
          </a:p>
        </p:txBody>
      </p:sp>
      <p:sp>
        <p:nvSpPr>
          <p:cNvPr id="48" name="Text 46"/>
          <p:cNvSpPr/>
          <p:nvPr/>
        </p:nvSpPr>
        <p:spPr>
          <a:xfrm>
            <a:off x="3794760" y="583014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Dasar workflow: input Telegram, schedule + switch jam, AI agent, mapping, Google Sheets, lalu Telegram report.</a:t>
            </a:r>
            <a:endParaRPr lang="en-US" sz="10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•  SOLUSI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workflow, dua jalur input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manual dari Telegram dan konten terjadwal diproses oleh AI, lalu berujung pada penyimpanan dan notifikasi yang sama.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45952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883664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9280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82312" y="1883664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89280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PROCESS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32520" y="1883664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189280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2404872"/>
            <a:ext cx="621792" cy="621792"/>
          </a:xfrm>
          <a:prstGeom prst="ellipse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16795"/>
            <a:ext cx="621792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2359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 Trigger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2706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“Bikin Konten dari Teks”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70048" y="2697480"/>
            <a:ext cx="1399032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69080" y="2231136"/>
            <a:ext cx="20299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6D9E0"/>
            </a:solidFill>
            <a:prstDash val="solid"/>
          </a:ln>
          <a:effectLst>
            <a:outerShdw blurRad="12700" dist="5080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69080" y="2231136"/>
            <a:ext cx="54864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3672" y="2377440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Jadiin Konten Viral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33672" y="2660904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 • Gemini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99048" y="2697480"/>
            <a:ext cx="1719072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18120" y="2231136"/>
            <a:ext cx="16459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6D9E0"/>
            </a:solidFill>
            <a:prstDash val="solid"/>
          </a:ln>
          <a:effectLst>
            <a:outerShdw blurRad="12700" dist="5080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18120" y="2231136"/>
            <a:ext cx="54864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23774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Konten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82712" y="266090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→ fields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8680" y="4224528"/>
            <a:ext cx="621792" cy="621792"/>
          </a:xfrm>
          <a:prstGeom prst="ellipse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336451"/>
            <a:ext cx="621792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⏱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45920" y="41879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Trigger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45920" y="453542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Switch: Hour = 7 / 13 / 19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70048" y="4526280"/>
            <a:ext cx="74980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19856" y="3840480"/>
            <a:ext cx="1170432" cy="1371600"/>
          </a:xfrm>
          <a:prstGeom prst="roundRect">
            <a:avLst>
              <a:gd name="adj" fmla="val 125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84448" y="39684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47872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13 / 19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0" y="46817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90288" y="4526280"/>
            <a:ext cx="29260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882896" y="3840480"/>
            <a:ext cx="1536192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9959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29784" y="437083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SIANG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02352" y="4745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55664" y="4526280"/>
            <a:ext cx="136245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818120" y="4059936"/>
            <a:ext cx="16459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6D9E0"/>
            </a:solidFill>
            <a:prstDash val="solid"/>
          </a:ln>
          <a:effectLst>
            <a:outerShdw blurRad="12700" dist="5080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818120" y="4059936"/>
            <a:ext cx="54864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82712" y="42062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Konten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982712" y="448970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→ fields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754532" y="2861732"/>
            <a:ext cx="371179" cy="466683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801953" y="4526280"/>
            <a:ext cx="48463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189720" y="2980944"/>
            <a:ext cx="1627632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6D9E0"/>
            </a:solidFill>
            <a:prstDash val="solid"/>
          </a:ln>
          <a:effectLst>
            <a:outerShdw blurRad="12700" dist="50800" dir="2700000" algn="bl" rotWithShape="0">
              <a:srgbClr val="101828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189720" y="2980944"/>
            <a:ext cx="54864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54312" y="3127248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Sheets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354312" y="3410712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 row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0817352" y="3456432"/>
            <a:ext cx="374904" cy="0"/>
          </a:xfrm>
          <a:prstGeom prst="line">
            <a:avLst/>
          </a:prstGeom>
          <a:noFill/>
          <a:ln w="2286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972800" y="3703320"/>
            <a:ext cx="402336" cy="402336"/>
          </a:xfrm>
          <a:prstGeom prst="ellipse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72800" y="3775740"/>
            <a:ext cx="402336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208008" y="42519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ke user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2960" y="5696712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 terpisah dipakai untuk input teks manual dan jalur konten terjadwal; keduanya memakai struktur output yang sama.</a:t>
            </a:r>
            <a:endParaRPr lang="en-US" sz="105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•  ALUR KERJA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workflow bekerja, langkah demi langkah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Arsitektur dirancang agar proses kreatif tetap dikerjakan AI, sementara struktur data dan distribusi dibuat otomatis.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65376"/>
            <a:ext cx="1764792" cy="2880360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48256"/>
            <a:ext cx="512064" cy="512064"/>
          </a:xfrm>
          <a:prstGeom prst="ellipse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0428"/>
            <a:ext cx="512064" cy="3277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Terima input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310128"/>
            <a:ext cx="1435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 mengirim brief teks atau workflow masuk lewat schedule.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2331720" y="3273552"/>
            <a:ext cx="173736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32888" y="1865376"/>
            <a:ext cx="1764792" cy="2880360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2048256"/>
            <a:ext cx="512064" cy="512064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140428"/>
            <a:ext cx="512064" cy="3277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97480" y="274320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Tentukan jalur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97480" y="3310128"/>
            <a:ext cx="1435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memeriksa jam dan mengarahkan ke tema Pagi / Siang / Malam.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4297680" y="3273552"/>
            <a:ext cx="173736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98848" y="1865376"/>
            <a:ext cx="1764792" cy="2880360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048256"/>
            <a:ext cx="512064" cy="512064"/>
          </a:xfrm>
          <a:prstGeom prst="ellipse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40428"/>
            <a:ext cx="512064" cy="3277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63440" y="274320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konten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63440" y="3310128"/>
            <a:ext cx="1435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mengembangkan ide menjadi rencana konten dengan schema 6 field.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263640" y="3273552"/>
            <a:ext cx="173736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64808" y="1865376"/>
            <a:ext cx="1764792" cy="2880360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2048256"/>
            <a:ext cx="512064" cy="512064"/>
          </a:xfrm>
          <a:prstGeom prst="ellipse">
            <a:avLst/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140428"/>
            <a:ext cx="512064" cy="3277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274320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Rapikan output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29400" y="3310128"/>
            <a:ext cx="1435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memakai JSON.parse untuk mengubah output AI menjadi field terpisah.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8229600" y="3273552"/>
            <a:ext cx="173736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430768" y="1865376"/>
            <a:ext cx="1764792" cy="2880360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0" y="2048256"/>
            <a:ext cx="512064" cy="512064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2140428"/>
            <a:ext cx="512064" cy="3277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95360" y="274320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Simpan otomatis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95360" y="3310128"/>
            <a:ext cx="1435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Semua field dipetakan ke kolom Google Sheets dan di-append sebagai row baru.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10195560" y="3273552"/>
            <a:ext cx="173736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396728" y="1865376"/>
            <a:ext cx="1737360" cy="2880360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61320" y="2048256"/>
            <a:ext cx="512064" cy="512064"/>
          </a:xfrm>
          <a:prstGeom prst="ellipse">
            <a:avLst/>
          </a:prstGeom>
          <a:solidFill>
            <a:srgbClr val="FFFAEB"/>
          </a:solidFill>
          <a:ln w="12700">
            <a:solidFill>
              <a:srgbClr val="FFFA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61320" y="2140428"/>
            <a:ext cx="512064" cy="3277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561320" y="274320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Kirim laporan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561320" y="3310128"/>
            <a:ext cx="1435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 menerima pemberitahuan bahwa ada konten terbaru untuk dicek di Sheet.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566928" y="5074920"/>
            <a:ext cx="7059168" cy="987552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" y="5285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BFC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LAYER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37360" y="5175504"/>
            <a:ext cx="5440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+ prompt branding “Kopi Ah” + Simple Memory pada jalur Telegram.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818120" y="5074920"/>
            <a:ext cx="3794760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74152" y="52669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SCHEMA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74152" y="553212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nama_konten • judul • poin_utama • saran_visual • caption • hashtag</a:t>
            </a:r>
            <a:endParaRPr lang="en-US" sz="10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•  OUTPUT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brief menjadi content plan yang siap dipakai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 hasil AI dibuat konsisten agar mudah disimpan, dicari, dan diteruskan ke proses produksi konten.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4754880" cy="4434840"/>
          </a:xfrm>
          <a:prstGeom prst="roundRect">
            <a:avLst>
              <a:gd name="adj" fmla="val 3299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324A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75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7D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OUTPUT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4323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6 field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301752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4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“nama_konten”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46120" y="301752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345643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7D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“judul”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3456432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389534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4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“poin_utama”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389534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10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433425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4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“saran_visual”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433425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10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477316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4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“caption”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477316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10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521208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4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“hashtag”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46120" y="521208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10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596128"/>
            <a:ext cx="3977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ini kemudian diproses oleh Mapping Konten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sebelum masuk ke Google Sheets.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1719072"/>
            <a:ext cx="5998464" cy="443484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23560" y="1719072"/>
            <a:ext cx="5998464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33872" y="1819656"/>
            <a:ext cx="237744" cy="23774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1862450"/>
            <a:ext cx="237744" cy="152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▦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44768" y="18105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content_planner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96144" y="1801368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96144" y="18105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 ROW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88152" y="2340864"/>
            <a:ext cx="1097280" cy="502920"/>
          </a:xfrm>
          <a:prstGeom prst="rect">
            <a:avLst/>
          </a:prstGeom>
          <a:solidFill>
            <a:srgbClr val="F2F4F7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2441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29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nama_konten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885432" y="2340864"/>
            <a:ext cx="960120" cy="502920"/>
          </a:xfrm>
          <a:prstGeom prst="rect">
            <a:avLst/>
          </a:prstGeom>
          <a:solidFill>
            <a:srgbClr val="F2F4F7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31152" y="24414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29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7845552" y="2340864"/>
            <a:ext cx="1234440" cy="502920"/>
          </a:xfrm>
          <a:prstGeom prst="rect">
            <a:avLst/>
          </a:prstGeom>
          <a:solidFill>
            <a:srgbClr val="F2F4F7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24414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29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poin_utama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9079992" y="2340864"/>
            <a:ext cx="1234440" cy="502920"/>
          </a:xfrm>
          <a:prstGeom prst="rect">
            <a:avLst/>
          </a:prstGeom>
          <a:solidFill>
            <a:srgbClr val="F2F4F7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25712" y="24414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D29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saran_visual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10314432" y="2340864"/>
            <a:ext cx="1078992" cy="502920"/>
          </a:xfrm>
          <a:prstGeom prst="rect">
            <a:avLst/>
          </a:prstGeom>
          <a:solidFill>
            <a:srgbClr val="F2F4F7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60152" y="244144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29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11393424" y="2340864"/>
            <a:ext cx="685800" cy="502920"/>
          </a:xfrm>
          <a:prstGeom prst="rect">
            <a:avLst/>
          </a:prstGeom>
          <a:solidFill>
            <a:srgbClr val="F2F4F7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9144" y="24414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 smtClean="0">
                <a:solidFill>
                  <a:srgbClr val="1D29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hashtag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788152" y="2843784"/>
            <a:ext cx="10972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43016" y="300837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Konten 01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6885432" y="2843784"/>
            <a:ext cx="960120" cy="502920"/>
          </a:xfrm>
          <a:prstGeom prst="rect">
            <a:avLst/>
          </a:prstGeom>
          <a:solidFill>
            <a:srgbClr val="F7F8FF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0296" y="3008376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 / judul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845552" y="2843784"/>
            <a:ext cx="12344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00416" y="3008376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9079992" y="2843784"/>
            <a:ext cx="12344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34856" y="3008376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10314432" y="2843784"/>
            <a:ext cx="1078992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69296" y="3008376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11393424" y="2843784"/>
            <a:ext cx="6858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448288" y="3008376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5788152" y="3346704"/>
            <a:ext cx="109728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43016" y="351129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Konten 02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6885432" y="3346704"/>
            <a:ext cx="96012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0296" y="3511296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 / judul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7845552" y="3346704"/>
            <a:ext cx="123444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00416" y="3511296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9079992" y="3346704"/>
            <a:ext cx="123444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34856" y="3511296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10314432" y="3346704"/>
            <a:ext cx="1078992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369296" y="3511296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11393424" y="3346704"/>
            <a:ext cx="68580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448288" y="3511296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5788152" y="3849624"/>
            <a:ext cx="109728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43016" y="401421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Konten 03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6885432" y="3849624"/>
            <a:ext cx="96012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40296" y="4014216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 / judul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7845552" y="3849624"/>
            <a:ext cx="123444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00416" y="4014216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9079992" y="3849624"/>
            <a:ext cx="123444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34856" y="4014216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10314432" y="3849624"/>
            <a:ext cx="1078992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69296" y="4014216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11393424" y="3849624"/>
            <a:ext cx="68580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448288" y="4014216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5788152" y="4352544"/>
            <a:ext cx="109728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43016" y="451713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Konten 04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6885432" y="4352544"/>
            <a:ext cx="96012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40296" y="4517136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 / judul</a:t>
            </a:r>
            <a:endParaRPr lang="en-US" sz="820" dirty="0"/>
          </a:p>
        </p:txBody>
      </p:sp>
      <p:sp>
        <p:nvSpPr>
          <p:cNvPr id="81" name="Shape 79"/>
          <p:cNvSpPr/>
          <p:nvPr/>
        </p:nvSpPr>
        <p:spPr>
          <a:xfrm>
            <a:off x="7845552" y="4352544"/>
            <a:ext cx="123444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900416" y="4517136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83" name="Shape 81"/>
          <p:cNvSpPr/>
          <p:nvPr/>
        </p:nvSpPr>
        <p:spPr>
          <a:xfrm>
            <a:off x="9079992" y="4352544"/>
            <a:ext cx="123444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134856" y="4517136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85" name="Shape 83"/>
          <p:cNvSpPr/>
          <p:nvPr/>
        </p:nvSpPr>
        <p:spPr>
          <a:xfrm>
            <a:off x="10314432" y="4352544"/>
            <a:ext cx="1078992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369296" y="4517136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87" name="Shape 85"/>
          <p:cNvSpPr/>
          <p:nvPr/>
        </p:nvSpPr>
        <p:spPr>
          <a:xfrm>
            <a:off x="11393424" y="4352544"/>
            <a:ext cx="68580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1448288" y="4517136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89" name="Shape 87"/>
          <p:cNvSpPr/>
          <p:nvPr/>
        </p:nvSpPr>
        <p:spPr>
          <a:xfrm>
            <a:off x="5788152" y="4855464"/>
            <a:ext cx="109728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843016" y="502005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Konten 05</a:t>
            </a:r>
            <a:endParaRPr lang="en-US" sz="820" dirty="0"/>
          </a:p>
        </p:txBody>
      </p:sp>
      <p:sp>
        <p:nvSpPr>
          <p:cNvPr id="91" name="Shape 89"/>
          <p:cNvSpPr/>
          <p:nvPr/>
        </p:nvSpPr>
        <p:spPr>
          <a:xfrm>
            <a:off x="6885432" y="4855464"/>
            <a:ext cx="96012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940296" y="5020056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 / judul</a:t>
            </a:r>
            <a:endParaRPr lang="en-US" sz="820" dirty="0"/>
          </a:p>
        </p:txBody>
      </p:sp>
      <p:sp>
        <p:nvSpPr>
          <p:cNvPr id="93" name="Shape 91"/>
          <p:cNvSpPr/>
          <p:nvPr/>
        </p:nvSpPr>
        <p:spPr>
          <a:xfrm>
            <a:off x="7845552" y="4855464"/>
            <a:ext cx="123444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900416" y="5020056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95" name="Shape 93"/>
          <p:cNvSpPr/>
          <p:nvPr/>
        </p:nvSpPr>
        <p:spPr>
          <a:xfrm>
            <a:off x="9079992" y="4855464"/>
            <a:ext cx="123444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134856" y="5020056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97" name="Shape 95"/>
          <p:cNvSpPr/>
          <p:nvPr/>
        </p:nvSpPr>
        <p:spPr>
          <a:xfrm>
            <a:off x="10314432" y="4855464"/>
            <a:ext cx="1078992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369296" y="5020056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99" name="Shape 97"/>
          <p:cNvSpPr/>
          <p:nvPr/>
        </p:nvSpPr>
        <p:spPr>
          <a:xfrm>
            <a:off x="11393424" y="4855464"/>
            <a:ext cx="685800" cy="502920"/>
          </a:xfrm>
          <a:prstGeom prst="rect">
            <a:avLst/>
          </a:prstGeom>
          <a:solidFill>
            <a:srgbClr val="FBFCFE"/>
          </a:solidFill>
          <a:ln w="8890">
            <a:solidFill>
              <a:srgbClr val="EAEC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1448288" y="5020056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</a:t>
            </a:r>
            <a:endParaRPr lang="en-US" sz="820" dirty="0"/>
          </a:p>
        </p:txBody>
      </p:sp>
      <p:sp>
        <p:nvSpPr>
          <p:cNvPr id="101" name="Text 99"/>
          <p:cNvSpPr/>
          <p:nvPr/>
        </p:nvSpPr>
        <p:spPr>
          <a:xfrm>
            <a:off x="5870448" y="55961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Terhubung ke Telegram: user menerima konfirmasi setelah row berhasil di-append.</a:t>
            </a:r>
            <a:endParaRPr lang="en-US" sz="1050" dirty="0"/>
          </a:p>
        </p:txBody>
      </p:sp>
      <p:sp>
        <p:nvSpPr>
          <p:cNvPr id="10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•  KESIMPULAN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ini mengubah brief menjadi proses yang repeatable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 utamanya bukan sekadar menghasilkan teks, tetapi membuat satu alur kerja yang konsisten dari input sampai pelaporan.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1045952" cy="1024128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2082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 →  AI CONTENT PLAN  →  SHEET  →  REPORT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6928" y="3127248"/>
            <a:ext cx="347472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3364992"/>
            <a:ext cx="512064" cy="512064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3457164"/>
            <a:ext cx="512064" cy="3277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08176" y="33467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fleksibel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68096" y="4041648"/>
            <a:ext cx="2971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 untuk brief manual; schedule + tema untuk konten terjadwal.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6824" y="3127248"/>
            <a:ext cx="347472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3364992"/>
            <a:ext cx="512064" cy="512064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3457164"/>
            <a:ext cx="512064" cy="3277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48072" y="33467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terstruktur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07992" y="4041648"/>
            <a:ext cx="2971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mengembangkan ide sekaligus menjaga output tetap dalam schema yang ditetapkan.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3127248"/>
            <a:ext cx="347472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3364992"/>
            <a:ext cx="512064" cy="512064"/>
          </a:xfrm>
          <a:prstGeom prst="ellipse">
            <a:avLst/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7888" y="3457164"/>
            <a:ext cx="512064" cy="3277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87968" y="33467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terdokumentasi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47888" y="4041648"/>
            <a:ext cx="2971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Sheets menjadi tempat pencatatan; Telegram menjadi kanal laporan ke user.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559552"/>
            <a:ext cx="11045952" cy="603504"/>
          </a:xfrm>
          <a:prstGeom prst="roundRect">
            <a:avLst>
              <a:gd name="adj" fmla="val 24242"/>
            </a:avLst>
          </a:prstGeom>
          <a:solidFill>
            <a:srgbClr val="F2F4F7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7332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29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manusia bergeser ke review &amp; keputusan konten — bukan mengulang pekerjaan administrasi yang sama.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711</Words>
  <Application>Microsoft Office PowerPoint</Application>
  <PresentationFormat>Widescreen</PresentationFormat>
  <Paragraphs>178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Automasi Pembuatan Konten dengan n8n &amp; AI</dc:title>
  <dc:subject>Automasi Pembuatan Konten dengan n8n dan AI</dc:subject>
  <dc:creator>OpenAI</dc:creator>
  <cp:lastModifiedBy>ASUS</cp:lastModifiedBy>
  <cp:revision>3</cp:revision>
  <dcterms:created xsi:type="dcterms:W3CDTF">2026-10-01T14:30:04Z</dcterms:created>
  <dcterms:modified xsi:type="dcterms:W3CDTF">2026-10-01T14:46:46Z</dcterms:modified>
</cp:coreProperties>
</file>